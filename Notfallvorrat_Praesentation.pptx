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Notfallvorrat pro Person (10 Tage)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Calibri"/>
              </a:rPr>
              <a:t>Bedarf, Vorrat, Ausrüstung und Lagerkontrolle für 65 bis 130 kg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Bezugsrahmen: Was BBK und Sphere empfehlen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Quelle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Empfehlung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Bemerkung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BBK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Vorrat für 10 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Trinkwasser ca. 2 L pro Person und Tag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Sphere-Standard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15 L Wasser pro Tag (inkl. Hygiene)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Mindest-Energie 2.100 kcal pro Tag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Erwachsene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ca. 2.000 bis 2.500 kcal pro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Abhängig von Gewicht und Aktivität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Calibri"/>
              </a:rPr>
              <a:t>Quellen wurden nicht online nachgeprüft. Vor dem Ausdruck bitte beim BBK prüfen.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Bedarf pro Person nach Körpergewicht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Körpergewicht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kcal pro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Trinkwasser L/Tag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Wasser inkl. Hygiene, 10 Tage (L)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97,5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3.042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54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65,0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2.028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43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130,0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4.056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66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Calibri"/>
              </a:rPr>
              <a:t>Annahmen: 24 kcal/kg × Aktivität 1,3. Trinkwasser 35 ml/kg. Hygiene 2 L/Tag.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Lebensmittel für 10 Tage (2.000 kcal pro Tag)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749807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Lebensmittel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Menge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kcal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Reis, Nudeln, Haferflocken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1,80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6.300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Hülsenfrüchte (Linsen, Bohnen)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0,70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2.400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Konserven (Gemüse, Fisch, Fleisch)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2,50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2.500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Speiseöl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0,35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3.080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Zucker oder Honig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0,30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1.200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Nüsse, Müsli, Trockenfrüchte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0,30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1.350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H-Milch oder Milchpulver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2,00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1.300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Knäckebrot oder Zwieback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0,50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1.750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Summe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ca. 8,5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alibri"/>
                        </a:rPr>
                        <a:t>19.880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21040" y="137160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• Für 97,5 kg: ca. 1,5-fache Menge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• Für 130 kg: ca. 2-fache Menge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• Die Menge skaliert mit dem Energiebedarf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Lebensmittelmenge nach Körpergewicht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Körpergewicht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kcal pro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Faktor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Lebensmittel für 10 Tage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97,5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3.042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1,52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12,9 kg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65,0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2.028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1,01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8,6 kg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130,0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4.056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2,03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17,2 kg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diagramm_lebensmit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6089904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Vorrat für mehrere Personen berechnen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Formel: Menge pro Person × Personen × (Tage ÷ 10)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Verschiedene Gewichte: jede Person einzeln berechnen und summieren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Beispiel 3 Personen (97,5 kg, 65,0 kg, 130,0 kg): ca. 38,7 kg Lebensmittel, ca. 162 L Wasser inkl. Hygiene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Excel-Blatt „Haushalt“ rechnet das automatisch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Licht, Strom und Kochen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Artikel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pro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pro Haushalt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gesamt (3 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Hinweis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Kurbel-Taschenlampe (Aufzieher)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Funktioniert ohne Batterien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Stirnlampe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Hände bleiben frei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Kurbelradio mit USB-Anschluss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Empfang von Warnmeldungen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Solar-Ladegerät (faltbar, USB)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Nur bei Sonne, lädt langsam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Powerbank (mind. 10.000 mAh)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Vorher voll laden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Batterien 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Für Radio und Lampen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Batterien AAA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Für Stirnlampen und Kleingeräte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Gaskocher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Nur im Freien oder gut belüftet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Gaskartuschen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Ersatz für den Gaskocher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Trockenbrennstoff-Kocher (z. B. Esbit)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Reserve, nur gut belüftet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Trockenbrennstoff-Würfel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ca. 2 Würfel pro Mahlzeit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Kochtopf, Geschirr und Besteck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Dosenöffner (manuell)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Für Konserven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Feuerzeug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Wasserfeste Streichhölzer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Kerzen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Brandgefahr, nie unbeaufsichtigt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Schlafsack oder Decke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Warme Kleidung und feste Schuhe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Zusätzlich zur Alltagskleidung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Regenschutz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Wasser-Technik, Sicherheit und Sonstiges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804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Artikel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pro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pro Haushalt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gesamt (3 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Hinweis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Trinkwasser-Kanister (10 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Wasser getrennt lagern, Ablaufdatum beachten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Wasserfilter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Für Oberflächen- oder Leitungswasser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Entkeimungstabletten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Nach Packungsanleitung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CO-Melder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Warnt vor Kohlenmonoxid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Rauchmelder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Pflicht in vielen Wohnungen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Feuerlöscher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Notfalltasche (Rucksack)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Griffbereit, mit Dokumentenkopien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Multitool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Klebeband (Rolle) und Schere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Müllbeutel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Handschuhe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FFP2-Masken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Kompass und Karte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Falls GPS ausfällt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Haustierfutter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Nur bei Haustieren, Menge selbst eintragen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Erste-Hilfe-Set (DIN 13157)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Medikamente (14 Tage Vorrat)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Ärztliche Rücksprache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Hygieneartikel (Seife, Zahnpflege, Feuchttücher)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Toilettenpapier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Desinfektionsmittel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/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Bargeld in kleinen Scheinen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Kartenzahlung kann ausfallen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Kopien von Ausweis, Impfpass, Versicherung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In wasserdichter Hülle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Sicherheitshinweise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Gaskocher und Trockenbrennstoff nur im Freien oder gut belüftet. Kohlenmonoxid ist in geschlossenen Räumen lebensgefährlich.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CO-Melder einbauen.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Solar-Ladegeräte laden nur bei Sonne und langsam. Powerbank und Kurbelradio ergänzen sie.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  <a:latin typeface="Calibri"/>
              </a:rPr>
              <a:t>• Batterien und Brennstoff: Verbrauch hängt von den Geräten ab. Bei Bedarf mehr einplanen.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Checkliste und Lagerkontrolle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Wasser mind. 20 L pro Person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Lebensmittel für 10 Tage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Kochmöglichkeit ohne Strom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Licht, Radio, Batterien, Powerbank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Erste-Hilfe-Set, Medikamente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Bargeld, Dokumentenkopien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Hygiene, Müllbeutel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Decken, Kleidung, Regenschutz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CO-Melder, Rauchmelder, Feuerlöscher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Excel-Blatt „Lagerkontrolle“ nutzen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Haltbar-bis-Datum eintragen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Status zeigt bald prüfen (unter 90 Tage) und abgelaufen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Einkaufsliste mit Preisen im Excel-Blatt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